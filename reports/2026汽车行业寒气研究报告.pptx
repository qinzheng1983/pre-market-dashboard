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</a:defRPr>
            </a:pPr>
            <a:r>
              <a:t>2026年全球汽车行业"寒气"深度研究报告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41230"/>
                </a:solidFill>
              </a:defRPr>
            </a:pPr>
            <a:r>
              <a:t>降本增效战略背景分析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2026年3月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跨国汽车集团CFO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执行摘要 - 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中国批发销量：-3%（首次负增长）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中国零售销量：-7%（深度萎缩）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Q1销量预测：-20%（断崖式下跌）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大众利润跌幅：-53%（历史低位）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保时捷利润跌幅：-92.7%（跌破预期）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核心结论：行业从增量竞争正式进入存量博弈时代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全球销量预测对比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838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市场/指标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预测值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同比变化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核心驱动因素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中国批发销量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2,850万辆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购置税恢复、补贴退坡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中国零售销量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2,400万辆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消费者信心低迷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中国Q1销量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550万辆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政策切换、春节错期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美国电动车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110万辆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税收抵免到期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全球汽车增速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大幅放缓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三大市场同步承压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龙头企业盈利崩塌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838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企业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关键指标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同比变化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核心压力来源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大众汽车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营业利润85亿欧元，利润率3.5%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电动车转型、中国市场、美国关税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保时捷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营业利润5.3亿欧元，回报率1.1%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-92.7%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中国暴跌26%、电动化调整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博世集团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销售额905亿欧元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电动化需求结构变化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本田汽车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净亏损4,200-6,900亿日元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由盈转亏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电动化重组、减值2.5万亿日元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中升控股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预亏20亿元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由盈转亏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新车毛损扩大70%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宏观经济环境 - 机构预测对比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0058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机构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全球增速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关键假设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汽车行业隐含增速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IMF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美中有韧性，其他疲软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1.5%-2.5%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世界银行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2.7% / 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通胀粘性、贸易碎片化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1.0%-2.0%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联合国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贸易增速2.2%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0.5%-1.5%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野村证券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三大市场同步承压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中国市场政策退坡影响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2024-2025年                    2026年1月1日起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购置税免征  ----------------&gt;  恢复至5%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以旧换新补贴  ---------------&gt;  规模缩减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插混续航门槛43km  ----------&gt;  提升至100km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规模扩张导向  ---------------&gt;  质量提升导向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影响测算：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• 20万新能源车购置税增加：10,000元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• 约40%插混车型失去优惠资格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• 预计5-8家尾部车企退出市场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宏观经济拖累测算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GDP拖累传导机制: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汽车销量下滑 → 制造业增加值下降 → 产业链联动收缩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    直接效应(0.46pp)      间接效应(乘数效应)      诱发效应(消费收缩)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2018年 vs 2026年对比：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• 2026年驱动因素更复杂（多重叠加）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• 2026年缺乏新能源缓冲（占比~50%）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• 2026年复苏基础薄弱，政策空间有限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国际市场分化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美国市场 - "电动车之冬":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• 电动车销量预计下滑20%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• 税收抵免到期引发需求枯竭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• 混动车型份额回升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• 特朗普关税政策压力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欧洲市场 - "转型阵痛":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• 碳排放标准放宽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• 本土品牌竞争力下滑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• 能源成本高企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• 电动车渗透放缓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产能过剩危机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2573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企业类型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产能利用率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高位运行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比亚迪、特斯拉、理想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&gt;80%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中等水平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二线新势力、转型传统车企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50%-80%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低位闲置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尾部新势力、落后产能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&lt;50%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供应链危机 - 芯片短缺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12573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芯片类型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传统燃油车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智能电动车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2026年预测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价格涨幅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0.5-1GB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8-16GB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16-32GB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+150%-300%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NAND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2-4GB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64-128GB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128-256GB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+200%-400%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HBM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8-16GB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16-32GB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+300%-500%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龙头企业裁员风暴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0058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企业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裁员规模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时间节点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区域分布</a:t>
                      </a:r>
                    </a:p>
                  </a:txBody>
                  <a:tcPr>
                    <a:solidFill>
                      <a:srgbClr val="E60012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大众集团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5万人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2026年前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多品牌、多区域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博世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1,200人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2026年底前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79%在德国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保时捷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3,900人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2029年前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渐进式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法雷奥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1,150人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全球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970人在欧洲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核心风险矩阵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需求端风险（最高优先级）：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★ 国内需求萎缩：销量下滑3%-7%，Q1或暴跌20%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★ 出口增长受阻：美欧关税升级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★ 价格竞争激化：利润率压缩至3%-5%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成本端风险（最高优先级）：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★ 存储芯片短缺：满足率&lt;50%，价格+300%-500%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★ 电池材料波动：锂、钴、镍价格波动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★ 汇率波动：美元强势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政策端风险（最高优先级）：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★ 新能源补贴退坡：购置税恢复5%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★ 贸易壁垒升级：美欧对华关税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★ 投资审查强化：关键技术限制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降本增效四大抓手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抓手1: 供应链韧性重构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 • 多元化采购与供应商培育  • 库存优化与风险管理  • 物流网络重构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抓手2: 产能利用率提升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 • 需求驱动的生产计划  • 柔性制造能力建设  • 产能整合与退出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抓手3: 研发投入聚焦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 • 技术路线收敛  • 研发效率提升  • 商业化加速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抓手4: 组织效能提升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 • 组织架构扁平化  • 数字化转型  • 人员结构优化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结语与战略启示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行业周期判断：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 1. 从增量竞争 → 存量博弈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 2. 从政策驱动 → 市场驱动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 3. 从规模扩张 → 效率优先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核心结论："寒气"已不再是预警，而是现实。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      降本增效已从战略选项变为生存必需。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历史经验：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 行业寒冬也是格局重塑的窗口期——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 能够果断调整、快速执行、持续创新的企业，</a:t>
            </a:r>
          </a:p>
          <a:p>
            <a:pPr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  将在下一轮复苏中占据更有利的位置。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